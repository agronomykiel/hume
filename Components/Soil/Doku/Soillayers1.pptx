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77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601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6361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753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295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17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132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710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34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05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12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382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B9353-A93D-491F-A966-7036C3AFD702}" type="datetimeFigureOut">
              <a:rPr lang="de-DE" smtClean="0"/>
              <a:t>30.07.2020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BA0CD-1399-4591-9B6A-0E397113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798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5C249ED7-99ED-4638-89F1-A11B39C77057}"/>
              </a:ext>
            </a:extLst>
          </p:cNvPr>
          <p:cNvCxnSpPr/>
          <p:nvPr/>
        </p:nvCxnSpPr>
        <p:spPr>
          <a:xfrm>
            <a:off x="1480635" y="1372127"/>
            <a:ext cx="0" cy="842029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/>
          <p:cNvCxnSpPr/>
          <p:nvPr/>
        </p:nvCxnSpPr>
        <p:spPr>
          <a:xfrm>
            <a:off x="395536" y="1844824"/>
            <a:ext cx="3096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/>
          <p:cNvCxnSpPr/>
          <p:nvPr/>
        </p:nvCxnSpPr>
        <p:spPr>
          <a:xfrm>
            <a:off x="395536" y="2276872"/>
            <a:ext cx="3096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/>
        </p:nvCxnSpPr>
        <p:spPr>
          <a:xfrm>
            <a:off x="395536" y="2708920"/>
            <a:ext cx="3096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395536" y="4149080"/>
            <a:ext cx="3096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/>
        </p:nvCxnSpPr>
        <p:spPr>
          <a:xfrm>
            <a:off x="395536" y="4581128"/>
            <a:ext cx="3096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/>
        </p:nvCxnSpPr>
        <p:spPr>
          <a:xfrm>
            <a:off x="395536" y="5013176"/>
            <a:ext cx="3096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429065" y="187618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L1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420100" y="227687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L2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420100" y="4149080"/>
            <a:ext cx="1231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Ln_comp-1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429065" y="4618856"/>
            <a:ext cx="1043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Ln_comp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424086" y="5085184"/>
            <a:ext cx="1275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Ln_comp+1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3588452" y="1628800"/>
            <a:ext cx="93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Depth 0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614748" y="2060848"/>
            <a:ext cx="93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Depth 1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3614748" y="2555612"/>
            <a:ext cx="932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Depth 2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3635896" y="4859868"/>
            <a:ext cx="1576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Depth </a:t>
            </a:r>
            <a:r>
              <a:rPr lang="de-DE" dirty="0" err="1"/>
              <a:t>n_comp</a:t>
            </a:r>
            <a:endParaRPr lang="de-DE" dirty="0"/>
          </a:p>
        </p:txBody>
      </p:sp>
      <p:sp>
        <p:nvSpPr>
          <p:cNvPr id="22" name="Geschweifte Klammer rechts 21"/>
          <p:cNvSpPr/>
          <p:nvPr/>
        </p:nvSpPr>
        <p:spPr>
          <a:xfrm>
            <a:off x="4572000" y="1813466"/>
            <a:ext cx="144016" cy="46340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/>
          <p:cNvSpPr txBox="1"/>
          <p:nvPr/>
        </p:nvSpPr>
        <p:spPr>
          <a:xfrm>
            <a:off x="4740580" y="1844824"/>
            <a:ext cx="2180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Thick</a:t>
            </a:r>
            <a:r>
              <a:rPr lang="de-DE" dirty="0"/>
              <a:t> 1, ku1, Dw1, C1</a:t>
            </a:r>
          </a:p>
        </p:txBody>
      </p:sp>
      <p:sp>
        <p:nvSpPr>
          <p:cNvPr id="24" name="Geschweifte Klammer rechts 23"/>
          <p:cNvSpPr/>
          <p:nvPr/>
        </p:nvSpPr>
        <p:spPr>
          <a:xfrm>
            <a:off x="5923068" y="1988840"/>
            <a:ext cx="144016" cy="46340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6091648" y="2020198"/>
            <a:ext cx="2670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Dist</a:t>
            </a:r>
            <a:r>
              <a:rPr lang="de-DE" dirty="0"/>
              <a:t> 1, </a:t>
            </a:r>
            <a:r>
              <a:rPr lang="de-DE" dirty="0" err="1"/>
              <a:t>avg_ku</a:t>
            </a:r>
            <a:r>
              <a:rPr lang="de-DE" dirty="0"/>
              <a:t> 1, </a:t>
            </a:r>
            <a:r>
              <a:rPr lang="de-DE" dirty="0" err="1"/>
              <a:t>avg_Dw</a:t>
            </a:r>
            <a:r>
              <a:rPr lang="de-DE" dirty="0"/>
              <a:t> 1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1074605" y="1628800"/>
            <a:ext cx="74642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/>
              <a:t>Flow1</a:t>
            </a:r>
          </a:p>
        </p:txBody>
      </p:sp>
      <p:sp>
        <p:nvSpPr>
          <p:cNvPr id="33" name="Geschweifte Klammer rechts 32"/>
          <p:cNvSpPr/>
          <p:nvPr/>
        </p:nvSpPr>
        <p:spPr>
          <a:xfrm>
            <a:off x="5220072" y="4837802"/>
            <a:ext cx="144016" cy="46340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5388652" y="4869160"/>
            <a:ext cx="2938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Dist</a:t>
            </a:r>
            <a:r>
              <a:rPr lang="de-DE" dirty="0"/>
              <a:t> </a:t>
            </a:r>
            <a:r>
              <a:rPr lang="de-DE" dirty="0" err="1"/>
              <a:t>n_comp</a:t>
            </a:r>
            <a:r>
              <a:rPr lang="de-DE" dirty="0"/>
              <a:t>, </a:t>
            </a:r>
            <a:r>
              <a:rPr lang="de-DE" dirty="0" err="1"/>
              <a:t>avg_ku</a:t>
            </a:r>
            <a:r>
              <a:rPr lang="de-DE" dirty="0"/>
              <a:t> </a:t>
            </a:r>
            <a:r>
              <a:rPr lang="de-DE" dirty="0" err="1"/>
              <a:t>n_comp</a:t>
            </a:r>
            <a:endParaRPr lang="de-DE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693064BD-49A4-44BD-95C1-ED1F245E7DFA}"/>
              </a:ext>
            </a:extLst>
          </p:cNvPr>
          <p:cNvCxnSpPr/>
          <p:nvPr/>
        </p:nvCxnSpPr>
        <p:spPr>
          <a:xfrm>
            <a:off x="2267744" y="1866891"/>
            <a:ext cx="0" cy="842029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A53825F2-3A9D-4FF3-8985-8B3953E11980}"/>
              </a:ext>
            </a:extLst>
          </p:cNvPr>
          <p:cNvSpPr txBox="1"/>
          <p:nvPr/>
        </p:nvSpPr>
        <p:spPr>
          <a:xfrm>
            <a:off x="1881361" y="2123564"/>
            <a:ext cx="74642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/>
              <a:t>Flow2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3AAE026-E735-4843-9419-5C2E1CD4EBA1}"/>
              </a:ext>
            </a:extLst>
          </p:cNvPr>
          <p:cNvCxnSpPr/>
          <p:nvPr/>
        </p:nvCxnSpPr>
        <p:spPr>
          <a:xfrm>
            <a:off x="2771800" y="4603195"/>
            <a:ext cx="0" cy="842029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9BEA6DE9-400B-4528-88C0-FD6C734ACA93}"/>
              </a:ext>
            </a:extLst>
          </p:cNvPr>
          <p:cNvSpPr txBox="1"/>
          <p:nvPr/>
        </p:nvSpPr>
        <p:spPr>
          <a:xfrm>
            <a:off x="1835696" y="4837801"/>
            <a:ext cx="16758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/>
              <a:t>Flow n_comp+1</a:t>
            </a:r>
          </a:p>
        </p:txBody>
      </p:sp>
    </p:spTree>
    <p:extLst>
      <p:ext uri="{BB962C8B-B14F-4D97-AF65-F5344CB8AC3E}">
        <p14:creationId xmlns:p14="http://schemas.microsoft.com/office/powerpoint/2010/main" val="191761728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62</Words>
  <Application>Microsoft Office PowerPoint</Application>
  <PresentationFormat>Bildschirmpräsentation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blank</vt:lpstr>
      <vt:lpstr>PowerPoint-Präsentation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h_kage</dc:creator>
  <cp:lastModifiedBy>Kage, Prof. Dr. Henning</cp:lastModifiedBy>
  <cp:revision>5</cp:revision>
  <cp:lastPrinted>2017-08-23T07:55:55Z</cp:lastPrinted>
  <dcterms:created xsi:type="dcterms:W3CDTF">2017-08-23T06:36:48Z</dcterms:created>
  <dcterms:modified xsi:type="dcterms:W3CDTF">2020-07-30T05:52:49Z</dcterms:modified>
</cp:coreProperties>
</file>